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【0-3分】
「本日は講義ではなくワークショップです。90分後、皆さんのスマホの中に、①AIがあなたの会社を診断した文書、②明日そのまま使える実文書が1本、この2つが実際に残ります。メモは不要です。手を動かしてください」
▼言い切りポイント：「聞いて良かった、で終わるセミナーにはしません。作って帰っていただきます」
▼所要配分の全体像を先に見せると経営者は安心する（次のスライドで説明）。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【3-6分】
「ワークは3つ。どれもスマホだけでできます。パソコンも、AIの知識も、今日は一切要りません」
▼ここで会場の温度を測る：「ChatGPT、スマホに入っている方？」と挙手を取る。半分以下なら次のスライドの準備時間を長めに（5分）。
▼「難しくないか不安な方へ——今日のワークで一番難しい操作は、文章のコピーと貼り付けです」で笑いを取り、ハードルを下げる。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【6-11分】
「まず道具の準備です。5分だけ取ります。もう入っている方は、ぜひお隣を助けてあげてください」
▼重要：右の会場ルールは必ず口頭で強調。「今日は練習なので、社名や取引先名は入れずに、A社・Bさんと置き換えてください。実はこの置き換えの癖こそが、社員に教えるべき情報漏えい対策の第一歩です。今日は操作しながらルールも一緒に覚えて帰る設計になっています」
▼机間巡視。つまずいている人はこの5分で救っておく（後のワークで置いていかれると満足度が下がる）。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【11-21分】
「最初のワークです。AIに、皆さんの会社の"社外取締役"になってもらいます。周りに気を使わない、忖度ゼロの役員です」
▼まず講師が自分の事業でライブ実演（2分）。辛口の指摘が出た瞬間が今日最初の山場。「私も毎回ここで嫌な気持ちになります」と笑いにする。
▼参加者ワーク6分。机間巡視して、面白い指摘が出た人に後で発表してもらう約束を取り付ける。
▼2名ほどに「どんな指摘が出たか」共有してもらう（2分）。「図星」という声が出たら成功。
▼締め：「検索は"知っていること"しか出てきません。これは"あなたの会社について考えた答え"です。ここが検索とAIの違いです」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【21-24分】
「今のワークで感じていただいた通り、AIの正体は検索の親玉ではありません。壁打ち相手です」
▼経営者の共感ポイントを突く：「経営の悩みって、社員には話せない。家族に話しても伝わらない。同業に話すのは怖い。そこに、深夜2時でも付き合ってくれて、口が堅くて、タダの相談相手が現れた——これが経営者にとっての生成AIです」
▼ここは講義パートだが3分で切り上げ、すぐ次のワークへ。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【24-30分】
「ここからが今日の目玉です。世の中のAI講座は"上手な指示の書き方"を教えます。今日は逆です。質問はAIにさせてください」
▼理屈の説明：「求人票がうまく書けないのは、文章力の問題ではありません。給与や休日や仕事の魅力を、一度に全部思い出せないからです。何が必要かはプロが知っている。だからAIをプロにして、質問させる。皆さんは面接を受けるように答えるだけ。すると、皆さんの言葉だけでできた完成品が出てきます」
▼講師実演（3分）：値上げのお願い文で。AIからの質問に答えていく過程を見せ、「質問に答えるだけ」の楽さを体感させる。
▼「これを私は逆質問法と呼んでいます」——ここが独自メソッドの旗を立てる瞬間。名前で覚えて帰ってもらう。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【30-45分】
「AかB、今の自社に切実な方を選んでください。15分で完成まで行きます」
▼AとBの選ばせ方：「値上げをお願いしたい取引先の顔が浮かんだ方はA。求人を出しても3か月応募ゼロの方はB」——どちらも刺さる層が会場に必ずいる。
▼机間巡視が勝負の時間。ここで各社の悩みが本音で見える（=このセミナーの調査価値が最大化する時間）。聞こえてきた悩みは覚えておき、個別相談の営業に使う。
▼残り3分で1〜2名に完成品を読み上げてもらう。「15分前まで存在しなかった文書が、いま皆さんのスマホにある」と締める。
▼注意：「このまま送らないでください。必ず一晩置いて、自分の言葉に直してから。AIの下書き、人の仕上げ、が原則です」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【45-48分】
「今日はAとBしかやりませんでしたが、型は全部同じです。この6つ、全文を配布資料に載せてあります。明日から1日1つ試してください」
▼「ベテランのマニュアル化」は製造業の会場なら必ず立ち止まって厚めに話す。「技術承継、AIがベテランへの取材までやってくれます。ベテランは話すだけでいい」——川崎の町工場経営者に一番刺さるのはここ。
▼「社長業の引き継ぎ書」は年配の経営者の食いつきが強い。会場の年齢層を見て強弱をつける。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【実演デモ1・約3分】
運用手順・台本・失敗時の返しは「魅せデモ運用ガイド」参照。手書き済みFAXを掲げる→その場で撮影→ChatGPTへ→表が出たら一呼吸→キメ台詞→「Excelに貼れる形式にして」まで。通信が死んだら事前録画を再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【実演デモ2・約3分】
NotebookLMにダミー就業規則PDFを読み込ませた画面へ切替。質問①結婚したら何日？（→5日・第22条）②有休繰越と上限？（→翌年度・40日・第21条）③副業は？（→届出制・第13条）。キメ台詞「2分です」→相談導線へ。詳細は運用ガイド参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【48-63分】
「最後のワークです。AIの上手な使い方より大事なのは、"どの業務からやるか"の見極めです。道具はもう体験しました。あとは当てる場所です」
▼マトリクスの説明は右上から。「よくあって、やり方が決まっている仕事。見積、日報、定型の返信。ここが最初です。理由は簡単で、回数が多いから効果が積み上がり、やり方が決まっているからAIが真似できる」
▼配布の仕分けシートに書き込んでもらう(10分)。机間巡視でシートを覗き、「その業務いいですね」と声かけ——この時間に各社の業務が見える(調査価値2回目のピーク)。
▼締め：「右上に入った業務、それが御社の最初の1歩です。今日の逆質問法でその業務の下書きを作るところまでが宿題です」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【63-70分】
「ここから経営者としての整え方を2点だけ。効果測定とルールです」
▼左：「今日皆さんが体験した楽しさは、社員には伝わりません。伝わるのは数字だけです。だから最初の1業務は必ずビフォーの時間を測ってから始めてください」
▼右：「そして広げる前に線を引く。今日の会場ルール(社名を入れない)を思い出してください。あれが①の線引きです。残りは雛形に書いてあります。今日持ち帰って、自社名を入れるだけです」
▼リスクの怖い話を長くやらないのがこの別案の設計。ワークで自信をつけた直後に恐怖で冷やさない。ルールは「配布物で解決済み」として前に進む。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【70-78分】
「最後に、社員に広げる段階のお金の話です。実は、社員のAI研修には国の助成金が使えます。数字を3つだけ覚えて帰ってください。75%、時給1,000円、そして2027年3月31日」
▼期限の話を最初に強調：「この制度、来年度の3月で終わります。半年ちょっとです。私が今日この話をしているのは、知らずに期限を過ぎる会社が多すぎるからです」
▼正直さの演出（重要）：「申請するのは皆さんの会社から労働局へ、です。私は申請代行はできません——それは社労士さんの独占業務です。私にできるのは、制度を正確にお伝えすることと、研修そのものをお手伝いすることです」——この線引きを自分から言うと信頼が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【78-81分】
「具体的な金額で見てみます。社員10名、1人20万円の研修だと総額200万円。経費助成で150万円戻って実質50万円。さらに研修中の賃金助成が12万円ついて、最終的な負担は約38万円です」
▼一拍おいて：「200万円と38万円では、意思決定の重さが違います。制度が生きているうちに動くかどうか、だけの差です」
▼免責は必ず口頭でも：「金額はあくまで例で、支給は労働局の審査次第です。確実にもらえるとは言えません——ここは正直にお伝えします」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【81-84分】
「動くなら逆算です。計画届は研修開始の1か月前まで。制度終了が2027年3月末なので、逆算するともう悠長にはしていられません」
▼プラスワンの配布物2点をここで渡す：
①逆算カレンダー：「開始したい月から締切を逆算できる1枚です」
②相談先マップ：「私は申請代行はできませんが、"どこに何を聞けばいいか"は整理してきました。労働局の助成金窓口、そしてこの商工会議所の経営指導員さん——会員の皆さんは無料で相談できます。制度の詳細はこの窓口が一番確実です」
▼商工会議所の職員を立てる発言は、事務局からの次回の登壇依頼につながる。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【84-87分】
「今日は聞くだけのセミナーにしない、と最初にお約束しました。確認です。皆さんのスマホには、①自社の診断書、②明日使う実文書、そして配布シートには③最初の1業務、が残っています」
▼最後の刷り込み：「プロンプトは全部忘れて構いません。1つだけ、"いきなり書かせない、まず質問させる"。これだけ持ち帰ってください」
▼会場全体に成果があることを確認してからクロージングへ。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【87-90分】
「最後にご案内です。今日のワーク3で決めた"最初の1業務"、あの続きを、御社の実際の業務内容で一緒に仕上げる無料相談をやっています。30分です。ご希望の方はアンケートに○だけつけてください。こちらから日程のご連絡を差し上げます」
▼売り込まない。「研修」「契約」という言葉はここでは一切出さない。相談の場で、ワーク3のシートを見ながら自然に研修・伴走の話につなげる。
▼アンケート回収は出口で手渡し回収（回収率が倍変わる）。個別相談の○の数が、このセミナーのKPI。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商工会議所 会員向けセミナー企画（別案・ワーク型）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869680" y="1280160"/>
            <a:ext cx="2834640" cy="283464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2024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聞いて帰らない。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作って帰る、AI経営90分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4023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 スマホ1台で、自社の「診断書」と「実文書」をその場で作るワークショップ 〜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講師：〇〇 〇〇（△△△△ 代表）　※プロフィール・写真は差し替え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本日の約束 — この90分で「3つ」作って帰っていただきます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5148" y="14173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1798168" y="17373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912" y="19751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748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3748" y="32004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AIによる自社の辛口診断書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9468" y="40690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AIを「社外取締役」にして、自社の弱点とリスクを指摘させる（10分）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5628" y="14173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3FC"/>
          </a:solidFill>
          <a:ln/>
        </p:spPr>
      </p:sp>
      <p:sp>
        <p:nvSpPr>
          <p:cNvPr id="10" name="Shape 7"/>
          <p:cNvSpPr/>
          <p:nvPr/>
        </p:nvSpPr>
        <p:spPr>
          <a:xfrm>
            <a:off x="5638648" y="17373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92" y="19751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4228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64228" y="32004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明日使う実文書 1本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09948" y="40690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値上げのお願い文 or 求人票。書くのはAI、答えるのはあなた（20分）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76108" y="14173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3FC"/>
          </a:solidFill>
          <a:ln/>
        </p:spPr>
      </p:sp>
      <p:sp>
        <p:nvSpPr>
          <p:cNvPr id="16" name="Shape 12"/>
          <p:cNvSpPr/>
          <p:nvPr/>
        </p:nvSpPr>
        <p:spPr>
          <a:xfrm>
            <a:off x="9479128" y="17373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872" y="19751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04708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404708" y="32004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AIに任せる最初の業務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50428" y="40690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自社の業務を4つの箱に仕分けて、最初の1つを決める（15分）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残りの時間で：事故を防ぐ社内ルール ＋ 費用が4分の1になる制度の話をします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準備（5分）— スマホにChatGPTを入れる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5087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アプリストアで「ChatGPT」を検索（無料版でOK）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377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メールアドレスで登録してログイン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32461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画面下の入力欄に文字が打てれば準備完了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0" y="141732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EF3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2440" y="17373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2635" y="1927555"/>
            <a:ext cx="351130" cy="35113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00684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本日の会場ルール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092440" y="2606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社名・個人名・取引先名は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今日は入力しない。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「A社」「Bさん」に置き換える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この置き換えの習慣が、そのまま「社内の情報漏えい対策」の基本になります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すでに入っている方は、隣の方のセットアップを手伝ってあげてください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ワーク1 — AIを「社外取締役」にする（10分）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4944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コピーして使うプロンプト（配布資料に掲載）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6309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あなたは上場企業の社外取締役を務める経営のプロです。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これから、うちの会社の事業内容を説明します。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遠慮や忖度は一切不要です。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①顧客から見た弱点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②求職者から見た弱点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③3年後に向けた最大のリスク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を、厳しい順に指摘してください。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【事業内容】（業種・商品・客層・強みを3行で書く）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1691640"/>
            <a:ext cx="3886200" cy="329184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やり方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92440" y="23317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左の文をそのまま打つ（配布資料にもあります）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【事業内容】は3行でOK。社名は書かない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出てきた指摘に「もっと厳しく」と返す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ポイント：良い答えを出させるコツではなく、「言いにくいことを言わせる」設定が肝です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なぜ効くのか — AIは「調べる道具」ではなく「壁打ち相手」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調べる道具だと思うと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88720" y="226771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検索で足りる。「AIは大したことない」で終わる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4290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壁打ち相手だと思うと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395935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経営の悩みを深夜でも、何度でも、タダで相談できる。手放せなくなる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経営者にとっての生成AIの正体：社内に相談相手がいない人ほど、効く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ワーク2 — 本日の目玉「逆質問法」：質問はAIにさせる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うまく書けないのは、指示が下手だからではなく「必要な情報を全部言えない」から。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なら、何が必要かはAIに聞かせればいい。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2743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80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コピーして使うプロンプト（配布資料に掲載）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10424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あなたはプロの◯◯（例：価格交渉の専門家／採用のプロ）です。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私はこれから「△△（例：値上げのお願い文／求人票）」を作りたい。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いきなり書かないでください。まず、作るために必要なことを私に1つずつ質問してください。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私が答え終わったら、その内容だけを使って完成品を書いてください。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プロンプトを覚える必要はありません。覚えるのは「いきなり書かせない。まず質問させる」の一文だけ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ワーク2 実践 — どちらか1本、その場で完成させます（15分）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283464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8288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1874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値上げのお願い文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原材料・人件費の上昇を、取引を壊さずに伝える文面。価格転嫁は今、中小企業共通の急所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03520" cy="2834640"/>
          </a:xfrm>
          <a:prstGeom prst="roundRect">
            <a:avLst>
              <a:gd name="adj" fmla="val 3871"/>
            </a:avLst>
          </a:prstGeom>
          <a:solidFill>
            <a:srgbClr val="EEF3FC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8288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0" y="1874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求人票・募集文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「誰でも歓迎」をやめて、来てほしい1人に刺さる文面。人手不足の入口はここから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AIからの質問には、話し言葉のままでOK（きれいな文章にするのはAIの仕事）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完成したら、必ず1か所は自分の言葉に直す —「最後は人が仕上げる」練習です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逆質問法は「文書」全部に効く — 応用リスト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5148" y="1554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4" name="Text 2"/>
          <p:cNvSpPr/>
          <p:nvPr/>
        </p:nvSpPr>
        <p:spPr>
          <a:xfrm>
            <a:off x="723748" y="17190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銀行に出す事業計画のたたき台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23748" y="23957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融資担当者役のAIに質問させる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35628" y="1554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4564228" y="17190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ベテランの技術のマニュアル化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64228" y="23957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AIがベテランに取材してくれる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76108" y="1554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8404708" y="17190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クレーム対応の方針づくり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04708" y="23957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お客様役のAIと予行演習する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5148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/>
          <p:nvPr/>
        </p:nvSpPr>
        <p:spPr>
          <a:xfrm>
            <a:off x="723748" y="33649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新商品・サービスの価格設定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3748" y="40416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想定客役のAIに値ごろ感を聞く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35628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16" name="Text 14"/>
          <p:cNvSpPr/>
          <p:nvPr/>
        </p:nvSpPr>
        <p:spPr>
          <a:xfrm>
            <a:off x="4564228" y="33649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社長業の引き継ぎ書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64228" y="40416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後継者役のAIに質問させて棚卸し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76108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19" name="Text 17"/>
          <p:cNvSpPr/>
          <p:nvPr/>
        </p:nvSpPr>
        <p:spPr>
          <a:xfrm>
            <a:off x="8404708" y="33649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ホームページの原稿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04708" y="40416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初めての客役のAIに質問させる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型はすべて同じ：「あなたはプロの◯◯。いきなり書かず、まず私に質問して」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6つの応用プロンプト全文は配布資料に掲載しています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実演① — 手書きのFAX注文書が、3秒で表になる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ここからの2本は、見ているだけでOKです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188720" cy="118872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467" y="21378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1828800"/>
            <a:ext cx="8869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この紙、毎日届いていませんか？（実物をお見せします）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スマホで撮って、送るだけ。品名・数量・納期の表になります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読み取りに自信がない字は、勝手に想像せず（？）を付けて聞き返してきます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194560" y="4389120"/>
            <a:ext cx="7772400" cy="1005840"/>
          </a:xfrm>
          <a:prstGeom prst="roundRect">
            <a:avLst>
              <a:gd name="adj" fmla="val 10909"/>
            </a:avLst>
          </a:prstGeom>
          <a:solidFill>
            <a:srgbClr val="2A3778"/>
          </a:solidFill>
          <a:ln/>
        </p:spPr>
      </p:sp>
      <p:sp>
        <p:nvSpPr>
          <p:cNvPr id="8" name="Text 5"/>
          <p:cNvSpPr/>
          <p:nvPr/>
        </p:nvSpPr>
        <p:spPr>
          <a:xfrm>
            <a:off x="2560320" y="4389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毎朝の転記作業が、いまゼロになりました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実演② — 社内の何でも答えるAI、作るのに2分でした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1188720" cy="118872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467" y="213786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1828800"/>
            <a:ext cx="8869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「有休の繰越は？」「慶弔休暇は何日？」——全部規則に書いてあるのに、誰も読まない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就業規則のPDFをAIに読み込ませると、根拠の条文つきで即答する社内AIになります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かかった作業は、ファイルをアップロードしただけ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194560" y="4480560"/>
            <a:ext cx="7772400" cy="1005840"/>
          </a:xfrm>
          <a:prstGeom prst="roundRect">
            <a:avLst>
              <a:gd name="adj" fmla="val 10909"/>
            </a:avLst>
          </a:prstGeom>
          <a:solidFill>
            <a:srgbClr val="2A3778"/>
          </a:solidFill>
          <a:ln/>
        </p:spPr>
      </p:sp>
      <p:sp>
        <p:nvSpPr>
          <p:cNvPr id="7" name="Text 4"/>
          <p:cNvSpPr/>
          <p:nvPr/>
        </p:nvSpPr>
        <p:spPr>
          <a:xfrm>
            <a:off x="2560320" y="448056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御社のマニュアル・規程で作るところは、個別相談で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ワーク3 — 自社の業務を「4つの箱」に仕分ける(15分)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 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 × やり方が毎回違う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2560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例：個別の相談対応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逆質問法で「壁打ち」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82880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 × やり方が決まっている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2560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例：見積・日報・定型メール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今すぐAIに下書きさせる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79476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たまに × 毎回違う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45262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例：トラブル対応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人がやる（AIは相談相手）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379476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たまに × 決まっている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43400" y="45262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例：年1回の申請書類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手順だけ文書化しておく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1783080"/>
            <a:ext cx="3886200" cy="3931920"/>
          </a:xfrm>
          <a:prstGeom prst="roundRect">
            <a:avLst>
              <a:gd name="adj" fmla="val 2824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92440" y="242316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配布シートに自社の業務を10個書き出す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それぞれを4つの箱のどれかに置く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右上（濃い箱）に入った業務から1つ選ぶ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それが、あなたの会社の「最初の1業務」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始めたら「分」で測る。広げる前に「線」を引く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EEF3FC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効果は感想ではなく「分」で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導入前：その業務に何分かかっているか測る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導入後：同じ業務を測り直す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「見積が3時間→10分」の数字が、社員を動かし、次の投資判断の根拠になる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社員に広げる前の5つの線引き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3774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入力してよい情報・ダメな情報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会社が認めるツールの指定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出力は必ず人が確認してから使う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顧客への利用開示の方針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事故・疑問の相談窓口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5項目の社内ルール雛形（A4・1枚）を本日配布 — 自社名を入れればそのまま使えます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社員に広げるときのお金の話 — 研修費用の4分の3は、国が持つ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人材開発支援助成金「事業展開等リスキリング支援コース」（中小企業の場合）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5148" y="17373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723748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最大75%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23748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研修経費の助成率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3748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例：200万円の研修なら150万円が戻り、実質50万円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5628" y="17373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564228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1,000円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64228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賃金助成（1人1時間あたり）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64228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研修を受けている時間の人件費も支援される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76108" y="17373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404708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2027年3月31日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04708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制度の終了期限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04708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残り期間わずか。使うなら今年度からの逆算が必要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対象は10時間以上の訓練など要件があります。支給決定は労働局の審査によります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シミュレーション — 社員10名が研修を受けた場合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554480"/>
          <a:ext cx="923544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研修費用（20万円 × 10名）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経費助成（75%）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▲150万円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実質負担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賃金助成（10名 × 12時間 × 1,000円）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▲12万円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最終的な実質負担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約38万円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463040" y="5257800"/>
            <a:ext cx="9235440" cy="777240"/>
          </a:xfrm>
          <a:prstGeom prst="roundRect">
            <a:avLst>
              <a:gd name="adj" fmla="val 11765"/>
            </a:avLst>
          </a:prstGeom>
          <a:solidFill>
            <a:srgbClr val="EEF3FC"/>
          </a:solidFill>
          <a:ln/>
        </p:spPr>
      </p:sp>
      <p:sp>
        <p:nvSpPr>
          <p:cNvPr id="5" name="Text 2"/>
          <p:cNvSpPr/>
          <p:nvPr/>
        </p:nvSpPr>
        <p:spPr>
          <a:xfrm>
            <a:off x="1737360" y="52578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200万円の投資判断は重い。約38万円なら、今日決められる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63040" y="6172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金額は例。申請は貴社から労働局へ。支給決定は審査によります。申請手続きの代行は行いません（社会保険労務士の業務）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動くなら逆算 — 「逆算カレンダー」と「相談先マップ」を配布します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03708" y="15544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632308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3230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18108" y="18470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2308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対象・内容を決める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2308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誰に・何を・何時間（10時間以上）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29788" y="15544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3558388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5838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44188" y="18470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1か月前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58388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計画届を労働局へ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58388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訓練開始の1か月前が締切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5868" y="15544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4468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8446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70268" y="18470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84468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研修スタート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84468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出席簿・実施記録を保管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81948" y="15544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</p:spPr>
      </p:sp>
      <p:sp>
        <p:nvSpPr>
          <p:cNvPr id="22" name="Shape 20"/>
          <p:cNvSpPr/>
          <p:nvPr/>
        </p:nvSpPr>
        <p:spPr>
          <a:xfrm>
            <a:off x="9410548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41054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96348" y="18470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修了後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0548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支給申請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410548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 → 審査 → 振込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" y="4297680"/>
            <a:ext cx="1051560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" y="4617720"/>
            <a:ext cx="914400" cy="91440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4855464"/>
            <a:ext cx="438912" cy="43891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2331720" y="45262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配布：申請の相談先マップ（A4・1枚）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331720" y="502920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神奈川労働局の助成金窓口／商工会議所の経営指導員（会員は無料相談可）／社労士会の紹介窓口 — どこに何を聞けばいいかを1枚に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 — 今日、皆さんのスマホの中にあるもの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1170432"/>
          </a:xfrm>
          <a:prstGeom prst="roundRect">
            <a:avLst>
              <a:gd name="adj" fmla="val 9375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81965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196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6824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AIによる自社の辛口診断書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011680" y="215798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帰りの電車でもう一度読む。図星の指摘が、次の一手のヒント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10515600" cy="1170432"/>
          </a:xfrm>
          <a:prstGeom prst="roundRect">
            <a:avLst>
              <a:gd name="adj" fmla="val 9375"/>
            </a:avLst>
          </a:prstGeom>
          <a:solidFill>
            <a:srgbClr val="EEF3FC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319125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191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30540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明日使う実文書（値上げ文 or 求人票）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011680" y="352958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一晩置いて、自分の言葉に直してから使う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10515600" cy="1170432"/>
          </a:xfrm>
          <a:prstGeom prst="roundRect">
            <a:avLst>
              <a:gd name="adj" fmla="val 9375"/>
            </a:avLst>
          </a:prstGeom>
          <a:solidFill>
            <a:srgbClr val="EEF3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456285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628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44256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AIに任せる「最初の1業務」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011680" y="490118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明日、逆質問法でその業務の下書きを作る。効果は「分」で測る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覚えて帰る言葉は1つだけ：「いきなり書かせない。まず質問させる」（逆質問法）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ご参加ありがとうございました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651760" y="2194560"/>
            <a:ext cx="6858000" cy="3017520"/>
          </a:xfrm>
          <a:prstGeom prst="roundRect">
            <a:avLst>
              <a:gd name="adj" fmla="val 4242"/>
            </a:avLst>
          </a:prstGeom>
          <a:solidFill>
            <a:srgbClr val="2A3778"/>
          </a:solidFill>
          <a:ln/>
        </p:spPr>
      </p:sp>
      <p:sp>
        <p:nvSpPr>
          <p:cNvPr id="4" name="Shape 2"/>
          <p:cNvSpPr/>
          <p:nvPr/>
        </p:nvSpPr>
        <p:spPr>
          <a:xfrm>
            <a:off x="5577840" y="2514600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9358" y="27761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26080" y="36576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無料個別相談（30分）のご案内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926080" y="42062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今日のワーク3「最初の1業務」の続きを、御社の実際の業務内容で一緒に仕上げます。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ご希望の方はアンケートの「個別相談を希望する」に○をつけてください。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講師連絡先：〇〇〇〇　／　メール：info@example.com　※差し替えてください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2026-07-25T01:42:25Z</dcterms:created>
  <dcterms:modified xsi:type="dcterms:W3CDTF">2026-07-25T01:42:25Z</dcterms:modified>
</cp:coreProperties>
</file>